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Calibri"/>
              </a:rPr>
              <a:t>Throughput (req/s)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req/s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3C4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Constant</c:v>
                  </c:pt>
                  <c:pt idx="1">
                    <c:v>Ramp</c:v>
                  </c:pt>
                  <c:pt idx="2">
                    <c:v>Spike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19.5</c:v>
                </c:pt>
                <c:pt idx="1">
                  <c:v>44</c:v>
                </c:pt>
                <c:pt idx="2">
                  <c:v>197.9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Calibri"/>
              </a:rPr>
              <a:t>Max response time (ms)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1575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Constant</c:v>
                  </c:pt>
                  <c:pt idx="1">
                    <c:v>Ramp</c:v>
                  </c:pt>
                  <c:pt idx="2">
                    <c:v>Spike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28.9</c:v>
                </c:pt>
                <c:pt idx="1">
                  <c:v>20.1</c:v>
                </c:pt>
                <c:pt idx="2">
                  <c:v>580.4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2926080" cy="29260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WAT4 — WEB APPLICATION TESTING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the React Quiz App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test pyramid — unit · integration · end-to-end · load — with a CI/CD pipeline and Docker-isolated testing.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Erti Prenci</a:t>
            </a:r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Arens Danja</a:t>
            </a:r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Arlind Frakulla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 from github.com/VINAYAK9669/React-QuizApp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timed React quiz, fed by a REST API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Single-page app built with Create React App (React 18).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questions from a REST endpoint, then runs a timed quiz.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one useReducer state machine:</a:t>
            </a:r>
            <a:endParaRPr lang="en-US" sz="1600" dirty="0"/>
          </a:p>
          <a:p>
            <a:pPr lvl="1" indent="0" marL="0">
              <a:spcAft>
                <a:spcPts val="800"/>
              </a:spcAft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→ ready → active → finished  (+ error)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 correct answers, 5 s per question, score + high score.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1600200"/>
            <a:ext cx="4754880" cy="4023360"/>
          </a:xfrm>
          <a:prstGeom prst="roundRect">
            <a:avLst>
              <a:gd name="adj" fmla="val 1818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2240280"/>
            <a:ext cx="420624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23774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(React, CRA)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 · components · config (API URL)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132320" y="4114800"/>
            <a:ext cx="42062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69480" y="422452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— json-server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/questions  (data/questions.json)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235440" y="379476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9326880" y="3822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&amp; WHY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the app to be testable first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fork had no tests. Before writing any, we made small, behaviour-preserving changes guided by the lecture's Principles for Testable Design: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Extracted reducer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state logic moved into its own module — testable in full isolation, no DOM, no network.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5603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6636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Configurable API URL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200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depends on a configurable URL, not a hard-coded one — same code runs against any backend.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2331720"/>
            <a:ext cx="3520440" cy="2514600"/>
          </a:xfrm>
          <a:prstGeom prst="roundRect">
            <a:avLst>
              <a:gd name="adj" fmla="val 2909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5603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{ 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Restored json-server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66760" y="3200400"/>
            <a:ext cx="3063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the missing data file, giving us a real REST API to load-test.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Practical Test Pyramid — 33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783080"/>
            <a:ext cx="2743200" cy="960120"/>
          </a:xfrm>
          <a:prstGeom prst="roundRect">
            <a:avLst>
              <a:gd name="adj" fmla="val 4762"/>
            </a:avLst>
          </a:prstGeom>
          <a:solidFill>
            <a:srgbClr val="0B3C49"/>
          </a:solidFill>
          <a:ln/>
        </p:spPr>
      </p:sp>
      <p:sp>
        <p:nvSpPr>
          <p:cNvPr id="5" name="Text 3"/>
          <p:cNvSpPr/>
          <p:nvPr/>
        </p:nvSpPr>
        <p:spPr>
          <a:xfrm>
            <a:off x="2011680" y="17830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System / E2E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7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80160" y="2834640"/>
            <a:ext cx="4206240" cy="960120"/>
          </a:xfrm>
          <a:prstGeom prst="roundRect">
            <a:avLst>
              <a:gd name="adj" fmla="val 4762"/>
            </a:avLst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834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Integration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7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RTL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5669280" cy="960120"/>
          </a:xfrm>
          <a:prstGeom prst="roundRect">
            <a:avLst>
              <a:gd name="adj" fmla="val 4762"/>
            </a:avLst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886200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Unit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7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(pure reducer)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4983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Load tests (k6) — non-functional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75120" y="1783080"/>
            <a:ext cx="49377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tests per person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03720" y="2331720"/>
          <a:ext cx="4480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Erti Prenci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Scoring &amp; answers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Arens Danja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flow &amp; navigation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Arlind Frakulla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Timer, status &amp; resilience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90372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split 5 / 3 / 2 / 1 per person.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UNIT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Fast, solitary tests of the pure reducer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reducer — given (state, action) it returns the next state.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holds all the quiz rules (scoring, navigation, timer). It is pure → no DOM, no network → the fastest, most stable safety net.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Jest, AAA pattern (Arrange–Act–Assert), one behaviour per test. Examples: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4747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 adds the question's points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reaching zero auto-finishes the quiz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resets progress but keeps the questions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action throws (defensive)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1783080"/>
            <a:ext cx="4023360" cy="3566160"/>
          </a:xfrm>
          <a:prstGeom prst="roundRect">
            <a:avLst>
              <a:gd name="adj" fmla="val 2051"/>
            </a:avLst>
          </a:prstGeom>
          <a:solidFill>
            <a:srgbClr val="0B3C4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89520" y="210312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758952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589520" y="4069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~ seconds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89520" y="4572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 person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wired to state (React Testing Library)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real components into a jsdom DOM and check they show the right thing and dispatch the right action.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prove the logic; integration proves the UI is wired to it correctly.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 collaborator is a Jest mock (a test double); fake timers drive the countdown deterministically.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16052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clicking an option dispatches newAnswer + disables the others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Next / Finish buttons emit the right actions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renders mm:ss and ticks every second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0" y="17830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0" y="2103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768096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8096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 + React Testing Library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 person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SYSTEM / E2E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browser, real stack, real journeys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tests driving a real browser against the running system (Playwright).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only business-critical journeys end-to-end — the happy path plus key failure paths.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Object Model, traces / screenshots / video on failure, request interception for the outage test.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97764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the whole quiz → finish screen; then restart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answer awards points; can't answer twice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counts down; outage → error screen shown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680960" y="17830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0B3C4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680960" y="21031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0" dirty="0"/>
          </a:p>
        </p:txBody>
      </p:sp>
      <p:sp>
        <p:nvSpPr>
          <p:cNvPr id="10" name="Text 8"/>
          <p:cNvSpPr/>
          <p:nvPr/>
        </p:nvSpPr>
        <p:spPr>
          <a:xfrm>
            <a:off x="7680960" y="35661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68096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· ran in 16.5 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46177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per person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isolation &amp; the CI/CD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E2E stack (Docker Compose)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0A89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25856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011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json-server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310128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063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production build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2120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0B3C49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4361688"/>
            <a:ext cx="365760" cy="36576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1148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 </a:t>
            </a:r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browser + tests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private network, the browser reaches the backend by name. Torn down with `down -v` → fully isolated, reproducible.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— GitHub Actions (on every push / PR)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629400" y="22128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212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223760" y="20116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0" y="306324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32644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2644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0632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Docker-isolated Playwright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0" y="411480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29400" y="43159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23760" y="4114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smoke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k6 thresholds = quality gate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0" y="52578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command locally and in CI — no global tools, only Docker.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(K6)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Non-functional: how well does it hold up?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&lt; 500 ms  and  error rate &lt; 1 %  on  GET /questions.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VUs, 30 s — validate the SLO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 0→100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saturation point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→200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 surge &amp; recovery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749040" y="18745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772400" y="1874520"/>
          <a:ext cx="40233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runs passed their thresholds with 0 % errors.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—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tell 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69164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 met easily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expected load: p95 ≈ 5 ms — two orders of magnitude under the 500 ms budget, 0 errors.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3246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29260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Percentiles AND max matter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spike, avg &amp; p95 stay ~3.8 ms, yet the max jumps to 580 ms — a connection-storm outlier invisible in the average.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6766560" cy="1097280"/>
          </a:xfrm>
          <a:prstGeom prst="roundRect">
            <a:avLst>
              <a:gd name="adj" fmla="val 6667"/>
            </a:avLst>
          </a:prstGeom>
          <a:solidFill>
            <a:srgbClr val="F1F5F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4480560"/>
            <a:ext cx="457200" cy="457200"/>
          </a:xfrm>
          <a:prstGeom prst="ellipse">
            <a:avLst/>
          </a:prstGeom>
          <a:solidFill>
            <a:srgbClr val="0B3C4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17320" y="416052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saturation reached
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scaled 20→200 req/s with flat latency: the small dataset is served very efficiently.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589520" y="1691640"/>
            <a:ext cx="4023360" cy="3703320"/>
          </a:xfrm>
          <a:prstGeom prst="roundRect">
            <a:avLst>
              <a:gd name="adj" fmla="val 1975"/>
            </a:avLst>
          </a:prstGeom>
          <a:solidFill>
            <a:srgbClr val="0B3C4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18120" y="19202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Bottleneck &amp; scaling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818120" y="242316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the single-threaded json-server, re-serving the data with no caching.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find the real knee: remove think-time and push to thousands of VUs (a dedicated stress test).</a:t>
            </a:r>
            <a:endParaRPr lang="en-US" sz="145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50" dirty="0">
                <a:solidFill>
                  <a:srgbClr val="E6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it with: caching, multiple instances behind a load balancer, and a CDN for the static JSON.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291840" cy="329184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155680" y="4846320"/>
            <a:ext cx="2377440" cy="2377440"/>
          </a:xfrm>
          <a:prstGeom prst="ellipse">
            <a:avLst/>
          </a:prstGeom>
          <a:solidFill>
            <a:srgbClr val="028090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tests, every layer green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315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47472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34747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1792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2179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0" y="306324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89611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Pyramid-shaped suite · Docker-isolated E2E · CI/CD quality gates · load-tested with clear SLOs.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B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Erti Prenci · Arens Danja · Arlind Frakulla       —       Thank you!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the React Quiz App</dc:title>
  <dc:subject>PptxGenJS Presentation</dc:subject>
  <dc:creator>Prenci / Danja / Frakulla</dc:creator>
  <cp:lastModifiedBy>Prenci / Danja / Frakulla</cp:lastModifiedBy>
  <cp:revision>1</cp:revision>
  <dcterms:created xsi:type="dcterms:W3CDTF">2026-06-24T17:03:41Z</dcterms:created>
  <dcterms:modified xsi:type="dcterms:W3CDTF">2026-06-24T17:03:41Z</dcterms:modified>
</cp:coreProperties>
</file>