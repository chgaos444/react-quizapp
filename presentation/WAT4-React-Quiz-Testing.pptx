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Calibri"/>
              </a:rPr>
              <a:t>Throughput (req/s)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req/s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Constant</c:v>
                  </c:pt>
                  <c:pt idx="1">
                    <c:v>Ramp</c:v>
                  </c:pt>
                  <c:pt idx="2">
                    <c:v>Spike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19.5</c:v>
                </c:pt>
                <c:pt idx="1">
                  <c:v>44</c:v>
                </c:pt>
                <c:pt idx="2">
                  <c:v>197.9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Calibri"/>
              </a:rPr>
              <a:t>Max response time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1575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Constant</c:v>
                  </c:pt>
                  <c:pt idx="1">
                    <c:v>Ramp</c:v>
                  </c:pt>
                  <c:pt idx="2">
                    <c:v>Spike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28.9</c:v>
                </c:pt>
                <c:pt idx="1">
                  <c:v>20.1</c:v>
                </c:pt>
                <c:pt idx="2">
                  <c:v>580.4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023360" cy="402336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2926080" cy="292608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WAT4 — WEB APPLICATION TESTING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the React Quiz App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3063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test pyramid — unit · integration · end-to-end · load — with a CI/CD pipeline and Docker-isolated testing.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Erti Prenci</a:t>
            </a:r>
            <a:pPr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Arens Danja</a:t>
            </a:r>
            <a:pPr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Arlind Frakulla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Forked from github.com/VINAYAK9669/React-QuizApp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timed React quiz, fed by a REST API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035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 built with Create React App (React 18).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questions from a REST endpoint, then runs a timed quiz.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one useReducer state machine:</a:t>
            </a:r>
            <a:endParaRPr lang="en-US" sz="1600" dirty="0"/>
          </a:p>
          <a:p>
            <a:pPr lvl="1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→ ready → active → finished  (+ error)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for correct answers, 5 s per question, score + high score.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600200"/>
            <a:ext cx="4754880" cy="4023360"/>
          </a:xfrm>
          <a:prstGeom prst="roundRect">
            <a:avLst>
              <a:gd name="adj" fmla="val 1818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0" y="1737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0" y="2240280"/>
            <a:ext cx="420624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69480" y="23774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(React, CRA)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 · components · config (API URL)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0" y="4114800"/>
            <a:ext cx="42062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69480" y="422452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json-server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/questions  (data/questions.json)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235440" y="3794760"/>
            <a:ext cx="0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326880" y="3822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 app to be testable first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fork had no tests. Before writing any, we made small, behaviour-preserving changes guided by the lecture's Principles for Testable Design: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5603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5877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Extracted reducer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200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state logic moved into its own module — testable in full isolation, no DOM, no network.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3317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256032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25877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Configurable API URL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depends on a configurable URL, not a hard-coded one — same code runs against any backend.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23317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5603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{ }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0" y="25877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Restored json-server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20040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the missing data file, giving us a real REST API to load-test.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Practical Test Pyramid — 33 tests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11680" y="1783080"/>
            <a:ext cx="2743200" cy="960120"/>
          </a:xfrm>
          <a:prstGeom prst="roundRect">
            <a:avLst>
              <a:gd name="adj" fmla="val 4762"/>
            </a:avLst>
          </a:prstGeom>
          <a:solidFill>
            <a:srgbClr val="0B3C49"/>
          </a:solidFill>
          <a:ln/>
        </p:spPr>
      </p:sp>
      <p:sp>
        <p:nvSpPr>
          <p:cNvPr id="5" name="Text 3"/>
          <p:cNvSpPr/>
          <p:nvPr/>
        </p:nvSpPr>
        <p:spPr>
          <a:xfrm>
            <a:off x="2011680" y="1783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System / E2E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7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80160" y="2834640"/>
            <a:ext cx="4206240" cy="960120"/>
          </a:xfrm>
          <a:prstGeom prst="roundRect">
            <a:avLst>
              <a:gd name="adj" fmla="val 4762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8346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Integration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7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RTL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5669280" cy="960120"/>
          </a:xfrm>
          <a:prstGeom prst="roundRect">
            <a:avLst>
              <a:gd name="adj" fmla="val 4762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88620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Unit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7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(pure reducer)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Load tests (k6) — non-functional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75120" y="178308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0372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tests per person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331720"/>
          <a:ext cx="4480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Erti Prenci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Scoring &amp; answers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Arens Danja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 flow &amp; navigation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Arlind Frakulla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Timer, status &amp; resilience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903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split 5 / 3 / 2 / 1 per person.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UNIT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Fast, solitary tests of the pure reducer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reducer — given (state, action) it returns the next state.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holds all the quiz rules (scoring, navigation, timer). It is pure → no DOM, no network → the fastest, most stable safety net.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Jest, AAA pattern (Arrange–Act–Assert), one behaviour per test. Examples: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47472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 adds the question's points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reaching zero auto-finishes the quiz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resets progress but keeps the questions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action throws (defensive)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589520" y="178308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0B3C4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0" y="210312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7589520" y="3566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589520" y="4069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~ seconds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89520" y="4572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 person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 wired to state (React Testing Library)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real components into a jsdom DOM and check they show the right thing and dispatch the right action.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prove the logic; integration proves the UI is wired to it correctly.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dispatch collaborator is a Jest mock (a test double); fake timers drive the countdown deterministically.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4160520"/>
            <a:ext cx="6583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an option dispatches newAnswer + disables the others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Next / Finish buttons emit the right actions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renders mm:ss and ticks every second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17830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0" y="2103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7680960" y="3566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680960" y="4069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React Testing Library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80960" y="4617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 person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SYSTEM / E2E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browser, real stack, real journeys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tests driving a real browser against the running system (Playwright).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only business-critical journeys end-to-end — the happy path plus key failure paths.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 Model, traces / screenshots / video on failure, request interception for the outage test.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6583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whole quiz → finish screen; then restart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 answer awards points; can't answer twice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counts down; outage → error screen shown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0" y="17830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0B3C4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0" y="2103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7680960" y="3566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680960" y="4069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· ran in 16.5 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80960" y="4617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 person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isolation &amp; the CI/CD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Isolated E2E stack (Docker Compose)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5856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backend  </a:t>
            </a:r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json-server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310128"/>
            <a:ext cx="365760" cy="3657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30632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frontend  </a:t>
            </a:r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production build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0B3C4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4361688"/>
            <a:ext cx="365760" cy="36576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11480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playwright  </a:t>
            </a:r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browser + tests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private network, the browser reaches the backend by name. Torn down with `down -v` → fully isolated, reproducible.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— GitHub Actions (on every push / PR)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20116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9400" y="22128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20116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0" y="306324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29400" y="326440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62940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0" y="30632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Docker-isolated Playwright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0" y="411480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1F5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29400" y="43159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23760" y="41148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smoke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thresholds = quality gate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command locally and in CI — no global tools, only Docker.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(K6)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Non-functional: how well does it hold up?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SLO: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500 ms  and  error rate &lt; 1 %  on  GET /questions.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VUs, 30 s — validate the SLO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0→100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saturation point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→200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surge &amp; recovery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749040" y="187452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7772400" y="187452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runs passed their thresholds with 0 % errors.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291840" cy="3291840"/>
          </a:xfrm>
          <a:prstGeom prst="ellipse">
            <a:avLst/>
          </a:prstGeom>
          <a:solidFill>
            <a:srgbClr val="02C39A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4846320"/>
            <a:ext cx="2377440" cy="237744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tests, every layer green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30632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30632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4747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30632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2179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30632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9611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Pyramid-shaped suite · Docker-isolated E2E · CI/CD quality gates · load-tested with clear SLOs.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Erti Prenci · Arens Danja · Arlind Frakulla       —       Thank you!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the React Quiz App</dc:title>
  <dc:subject>PptxGenJS Presentation</dc:subject>
  <dc:creator>Prenci / Danja / Frakulla</dc:creator>
  <cp:lastModifiedBy>Prenci / Danja / Frakulla</cp:lastModifiedBy>
  <cp:revision>1</cp:revision>
  <dcterms:created xsi:type="dcterms:W3CDTF">2026-06-24T17:03:41Z</dcterms:created>
  <dcterms:modified xsi:type="dcterms:W3CDTF">2026-06-24T17:03:41Z</dcterms:modified>
</cp:coreProperties>
</file>